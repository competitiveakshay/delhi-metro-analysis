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Data Cleaning &amp; Visualization | Python | Pandas | Matplotlib | Seaborn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Delhi Metro Data Analysis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Analyze Delhi Metro trip dataset</a:t>
            </a:r>
          </a:p>
          <a:p>
            <a:r>
              <a:t>• Understand ridership, fares, stations and profit patterns</a:t>
            </a:r>
          </a:p>
          <a:p>
            <a:r>
              <a:t>• Perform data cleaning for missing values</a:t>
            </a:r>
          </a:p>
          <a:p>
            <a:r>
              <a:t>• Visualize key trends using Matplotlib &amp; Seaborn</a:t>
            </a:r>
          </a:p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Columns: From_Station, To_Station, Fare, Distance_km, Passengers, Ticket_Type, Remarks, Date, Profit</a:t>
            </a:r>
          </a:p>
          <a:p>
            <a:r>
              <a:t>• Used df.head(), df.info(), df.shape() for basic inspection</a:t>
            </a:r>
          </a:p>
          <a:p>
            <a:r>
              <a:t>• Converted 'Date' column to datetime format</a:t>
            </a:r>
          </a:p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Missing Values &amp;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Checked missing values using df.isnull().sum()</a:t>
            </a:r>
          </a:p>
          <a:p>
            <a:r>
              <a:t>• Filled Ticket_Type with MODE</a:t>
            </a:r>
          </a:p>
          <a:p>
            <a:r>
              <a:t>• Filled Passengers with MEDIAN</a:t>
            </a:r>
          </a:p>
          <a:p>
            <a:r>
              <a:t>• Filled Remarks with MODE</a:t>
            </a:r>
          </a:p>
          <a:p>
            <a:r>
              <a:t>• Trimmed spaces in station names</a:t>
            </a:r>
          </a:p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Top 10 Origin Stations — Insight:</a:t>
            </a:r>
          </a:p>
          <a:p>
            <a:r>
              <a:t>Shows highest-traffic origin stations.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73152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1638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Most </a:t>
            </a:r>
            <a:r>
              <a:rPr lang="en-US" dirty="0" smtClean="0"/>
              <a:t>Busiest</a:t>
            </a:r>
            <a:r>
              <a:rPr dirty="0" smtClean="0"/>
              <a:t> </a:t>
            </a:r>
            <a:r>
              <a:rPr dirty="0"/>
              <a:t>Stations </a:t>
            </a:r>
          </a:p>
        </p:txBody>
      </p:sp>
      <p:pic>
        <p:nvPicPr>
          <p:cNvPr id="1026" name="Picture 2" descr="C:\Users\ABC\Pictures\Screenshots\Screenshot 2025-11-13 10542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47875"/>
            <a:ext cx="7831137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Fare Distribution — Insight:</a:t>
            </a:r>
          </a:p>
          <a:p>
            <a:r>
              <a:t>Shows fare range and outliers.</a:t>
            </a:r>
          </a:p>
        </p:txBody>
      </p:sp>
      <p:pic>
        <p:nvPicPr>
          <p:cNvPr id="3" name="Picture 2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73152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Distance vs Fare — Insight:</a:t>
            </a:r>
          </a:p>
          <a:p>
            <a:r>
              <a:t>Fare increases with distance.</a:t>
            </a:r>
          </a:p>
        </p:txBody>
      </p:sp>
      <p:pic>
        <p:nvPicPr>
          <p:cNvPr id="3" name="Picture 2" descr="ch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7-day Rolling Average of Total Daily Profit</a:t>
            </a:r>
          </a:p>
        </p:txBody>
      </p:sp>
      <p:pic>
        <p:nvPicPr>
          <p:cNvPr id="2050" name="Picture 2" descr="C:\Users\ABC\Pictures\Screenshots\Screenshot 2025-11-13 1057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1" y="1876424"/>
            <a:ext cx="74549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1455738"/>
            <a:ext cx="8229600" cy="4525963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• Data successfully cleaned using MODE &amp; MEDIAN</a:t>
            </a:r>
          </a:p>
          <a:p>
            <a:pPr marL="0" indent="0">
              <a:buNone/>
            </a:pPr>
            <a:r>
              <a:rPr dirty="0"/>
              <a:t>• Identified busiest stations and high-demand areas</a:t>
            </a:r>
          </a:p>
          <a:p>
            <a:pPr marL="0" indent="0">
              <a:buNone/>
            </a:pPr>
            <a:r>
              <a:rPr dirty="0"/>
              <a:t>• Observed clear relation between distance and fare</a:t>
            </a:r>
          </a:p>
          <a:p>
            <a:pPr marL="0" indent="0">
              <a:buNone/>
            </a:pPr>
            <a:r>
              <a:rPr dirty="0"/>
              <a:t>• Profit trends remain stable with periodic fluctuations</a:t>
            </a:r>
          </a:p>
          <a:p>
            <a:pPr marL="0" indent="0">
              <a:buNone/>
            </a:pPr>
            <a:r>
              <a:rPr dirty="0"/>
              <a:t>• Visual analysis helps understand commuter behavior and revenue patterns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11</TotalTime>
  <Words>212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Apothecary</vt:lpstr>
      <vt:lpstr>Delhi Metro Data Analysis Project</vt:lpstr>
      <vt:lpstr>Project Overview</vt:lpstr>
      <vt:lpstr>Dataset Overview</vt:lpstr>
      <vt:lpstr>Missing Values &amp; Cleaning Steps</vt:lpstr>
      <vt:lpstr>Top 10 Origin Stations — Insight: Shows highest-traffic origin stations.</vt:lpstr>
      <vt:lpstr>Most Busiest Stations </vt:lpstr>
      <vt:lpstr>Fare Distribution — Insight: Shows fare range and outliers.</vt:lpstr>
      <vt:lpstr>Distance vs Fare — Insight: Fare increases with distance.</vt:lpstr>
      <vt:lpstr>7-day Rolling Average of Total Daily Profit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 Metro Data Analysis Project</dc:title>
  <dc:subject/>
  <dc:creator/>
  <cp:keywords/>
  <dc:description>generated using python-pptx</dc:description>
  <cp:lastModifiedBy>ABC</cp:lastModifiedBy>
  <cp:revision>3</cp:revision>
  <dcterms:created xsi:type="dcterms:W3CDTF">2013-01-27T09:14:16Z</dcterms:created>
  <dcterms:modified xsi:type="dcterms:W3CDTF">2025-11-13T05:32:15Z</dcterms:modified>
  <cp:category/>
</cp:coreProperties>
</file>